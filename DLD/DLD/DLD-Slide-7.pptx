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324" r:id="rId3"/>
    <p:sldId id="325" r:id="rId4"/>
    <p:sldId id="356" r:id="rId5"/>
    <p:sldId id="326" r:id="rId6"/>
    <p:sldId id="357" r:id="rId7"/>
    <p:sldId id="358" r:id="rId8"/>
    <p:sldId id="359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4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FCF61-E080-4619-AD16-552260CD173C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DB0DA-DAA0-4B40-8FAF-1B8D38D40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4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38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30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1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69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2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307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89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73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BAC16-9A96-4602-9B8B-E7B018085D66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7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BAC16-9A96-4602-9B8B-E7B018085D66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5AAC4-CD67-4C68-8356-406120D45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05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800100"/>
            <a:ext cx="8229600" cy="2801938"/>
          </a:xfrm>
        </p:spPr>
        <p:txBody>
          <a:bodyPr/>
          <a:lstStyle/>
          <a:p>
            <a:pPr>
              <a:lnSpc>
                <a:spcPct val="160000"/>
              </a:lnSpc>
            </a:pPr>
            <a:r>
              <a:rPr lang="en-US" altLang="en-US" sz="4400" dirty="0" smtClean="0"/>
              <a:t>Combinational </a:t>
            </a:r>
            <a:r>
              <a:rPr lang="en-US" altLang="en-US" sz="4400" dirty="0" smtClean="0"/>
              <a:t>Circuits</a:t>
            </a:r>
            <a:br>
              <a:rPr lang="en-US" altLang="en-US" sz="4400" dirty="0" smtClean="0"/>
            </a:br>
            <a:r>
              <a:rPr lang="en-US" altLang="en-US" dirty="0" smtClean="0"/>
              <a:t>Adders and </a:t>
            </a:r>
            <a:r>
              <a:rPr lang="en-US" altLang="en-US" dirty="0" err="1" smtClean="0"/>
              <a:t>Subtractors</a:t>
            </a:r>
            <a:endParaRPr lang="en-US" altLang="en-US" sz="2800" dirty="0"/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948113"/>
            <a:ext cx="8229600" cy="2476500"/>
          </a:xfrm>
        </p:spPr>
        <p:txBody>
          <a:bodyPr>
            <a:normAutofit/>
          </a:bodyPr>
          <a:lstStyle/>
          <a:p>
            <a:r>
              <a:rPr lang="en-US" altLang="en-US" sz="2800" dirty="0" smtClean="0"/>
              <a:t>Digital </a:t>
            </a:r>
            <a:r>
              <a:rPr lang="en-US" altLang="en-US" sz="2800" dirty="0"/>
              <a:t>Logic </a:t>
            </a:r>
            <a:r>
              <a:rPr lang="en-US" altLang="en-US" sz="2800" dirty="0" smtClean="0"/>
              <a:t>Design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81596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Outline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849702" y="1182327"/>
            <a:ext cx="7550948" cy="5184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7663" indent="-347663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98513" indent="-336550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²"/>
              <a:defRPr sz="2000">
                <a:solidFill>
                  <a:schemeClr val="tx1"/>
                </a:solidFill>
                <a:latin typeface="+mn-lt"/>
                <a:cs typeface="+mn-cs"/>
              </a:defRPr>
            </a:lvl2pPr>
            <a:lvl3pPr marL="1144588" indent="-231775" algn="l" rtl="0" fontAlgn="base">
              <a:spcBef>
                <a:spcPct val="40000"/>
              </a:spcBef>
              <a:spcAft>
                <a:spcPct val="0"/>
              </a:spcAft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  <a:cs typeface="+mn-cs"/>
              </a:defRPr>
            </a:lvl3pPr>
            <a:lvl4pPr marL="1481138" indent="-222250" algn="l" rtl="0" fontAlgn="base">
              <a:spcBef>
                <a:spcPct val="4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-233363" algn="l" rtl="0" fontAlgn="base">
              <a:spcBef>
                <a:spcPct val="4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44500" indent="-444500">
              <a:spcBef>
                <a:spcPts val="1000"/>
              </a:spcBef>
            </a:pPr>
            <a:r>
              <a:rPr lang="en-US" altLang="en-US" kern="0" dirty="0" smtClean="0"/>
              <a:t>Half-Adder</a:t>
            </a:r>
          </a:p>
          <a:p>
            <a:pPr marL="444500" indent="-444500">
              <a:spcBef>
                <a:spcPts val="1000"/>
              </a:spcBef>
            </a:pPr>
            <a:r>
              <a:rPr lang="en-US" altLang="en-US" kern="0" dirty="0" smtClean="0"/>
              <a:t>Full-Adder</a:t>
            </a:r>
          </a:p>
          <a:p>
            <a:pPr marL="444500" indent="-444500">
              <a:spcBef>
                <a:spcPts val="1000"/>
              </a:spcBef>
            </a:pPr>
            <a:r>
              <a:rPr lang="en-US" altLang="en-US" kern="0" dirty="0" smtClean="0"/>
              <a:t>Half </a:t>
            </a:r>
            <a:r>
              <a:rPr lang="en-US" altLang="en-US" kern="0" dirty="0" err="1" smtClean="0"/>
              <a:t>Subtractor</a:t>
            </a:r>
            <a:endParaRPr lang="en-US" altLang="en-US" kern="0" dirty="0" smtClean="0"/>
          </a:p>
          <a:p>
            <a:pPr marL="444500" indent="-444500">
              <a:spcBef>
                <a:spcPts val="1000"/>
              </a:spcBef>
            </a:pPr>
            <a:r>
              <a:rPr lang="en-US" altLang="en-US" kern="0" dirty="0" smtClean="0"/>
              <a:t>Full </a:t>
            </a:r>
            <a:r>
              <a:rPr lang="en-US" altLang="en-US" kern="0" dirty="0" err="1" smtClean="0"/>
              <a:t>Subtractor</a:t>
            </a:r>
            <a:endParaRPr lang="en-US" altLang="en-US" kern="0" dirty="0" smtClean="0"/>
          </a:p>
          <a:p>
            <a:pPr marL="444500" indent="-444500">
              <a:spcBef>
                <a:spcPts val="1000"/>
              </a:spcBef>
            </a:pPr>
            <a:r>
              <a:rPr lang="en-US" altLang="en-US" kern="0" dirty="0"/>
              <a:t>Binary </a:t>
            </a:r>
            <a:r>
              <a:rPr lang="en-US" altLang="en-US" kern="0" dirty="0" smtClean="0"/>
              <a:t>Adder/</a:t>
            </a:r>
            <a:r>
              <a:rPr lang="en-US" altLang="en-US" kern="0" dirty="0" err="1" smtClean="0"/>
              <a:t>Subtractor</a:t>
            </a:r>
            <a:endParaRPr lang="en-US" altLang="en-US" kern="0" dirty="0" smtClean="0"/>
          </a:p>
          <a:p>
            <a:pPr marL="444500" indent="-444500">
              <a:spcBef>
                <a:spcPts val="1000"/>
              </a:spcBef>
            </a:pPr>
            <a:r>
              <a:rPr lang="en-US" altLang="en-US" kern="0" dirty="0" smtClean="0"/>
              <a:t>Carry propagation</a:t>
            </a:r>
            <a:endParaRPr lang="en-US" altLang="en-US" kern="0" dirty="0"/>
          </a:p>
          <a:p>
            <a:pPr marL="444500" indent="-444500">
              <a:spcBef>
                <a:spcPts val="1000"/>
              </a:spcBef>
            </a:pPr>
            <a:r>
              <a:rPr lang="en-US" altLang="en-US" kern="0" dirty="0"/>
              <a:t>Iterative Design</a:t>
            </a:r>
          </a:p>
        </p:txBody>
      </p:sp>
    </p:spTree>
    <p:extLst>
      <p:ext uri="{BB962C8B-B14F-4D97-AF65-F5344CB8AC3E}">
        <p14:creationId xmlns:p14="http://schemas.microsoft.com/office/powerpoint/2010/main" val="136909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Half Adder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6283440"/>
              </p:ext>
            </p:extLst>
          </p:nvPr>
        </p:nvGraphicFramePr>
        <p:xfrm>
          <a:off x="1082753" y="1447800"/>
          <a:ext cx="1837373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7030"/>
                <a:gridCol w="465138"/>
                <a:gridCol w="357505"/>
                <a:gridCol w="647700"/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Inputs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Outputs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048" y="1371600"/>
            <a:ext cx="4163122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651" y="3159689"/>
            <a:ext cx="2652713" cy="878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120" y="4362450"/>
            <a:ext cx="2809875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280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 smtClean="0"/>
              <a:t>Full Adder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371600"/>
            <a:ext cx="2057400" cy="2670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371600"/>
            <a:ext cx="3162300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634" y="2706866"/>
            <a:ext cx="2991784" cy="1179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950" y="2680518"/>
            <a:ext cx="2626762" cy="824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192" y="4343400"/>
            <a:ext cx="4113213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296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4-bit Full Adder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143000"/>
            <a:ext cx="2100263" cy="2312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971" y="3810000"/>
            <a:ext cx="6019800" cy="1914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363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Half </a:t>
            </a:r>
            <a:r>
              <a:rPr lang="en-US" dirty="0" err="1" smtClean="0"/>
              <a:t>Subtractor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8763"/>
            <a:ext cx="2315541" cy="2281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659730"/>
            <a:ext cx="4648200" cy="1090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038" y="3176588"/>
            <a:ext cx="2824162" cy="845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894422"/>
            <a:ext cx="3505200" cy="2319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289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Full </a:t>
            </a:r>
            <a:r>
              <a:rPr lang="en-US" dirty="0" err="1" smtClean="0"/>
              <a:t>Subtractor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1143000"/>
            <a:ext cx="2473377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143000"/>
            <a:ext cx="5029200" cy="1428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385" y="2571618"/>
            <a:ext cx="2634087" cy="628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265" y="3200400"/>
            <a:ext cx="4158615" cy="34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384" y="3657599"/>
            <a:ext cx="2406015" cy="2902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06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Adder </a:t>
            </a:r>
            <a:r>
              <a:rPr lang="en-US" dirty="0" err="1" smtClean="0"/>
              <a:t>Subtractor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717" y="1905000"/>
            <a:ext cx="7362825" cy="379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1163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55</Words>
  <Application>Microsoft Office PowerPoint</Application>
  <PresentationFormat>On-screen Show (4:3)</PresentationFormat>
  <Paragraphs>38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Combinational Circuits Adders and Subtractors</vt:lpstr>
      <vt:lpstr>Presentation Outline</vt:lpstr>
      <vt:lpstr>Half Adder</vt:lpstr>
      <vt:lpstr>Full Adder</vt:lpstr>
      <vt:lpstr>4-bit Full Adder</vt:lpstr>
      <vt:lpstr>Half Subtractor</vt:lpstr>
      <vt:lpstr>Full Subtractor</vt:lpstr>
      <vt:lpstr>Binary Adder Subtractor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Circuits</dc:title>
  <dc:creator>faisaliradat</dc:creator>
  <cp:lastModifiedBy>faisaliradat</cp:lastModifiedBy>
  <cp:revision>64</cp:revision>
  <dcterms:created xsi:type="dcterms:W3CDTF">2022-08-28T11:36:31Z</dcterms:created>
  <dcterms:modified xsi:type="dcterms:W3CDTF">2022-09-27T10:14:45Z</dcterms:modified>
</cp:coreProperties>
</file>